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Dedicated Team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Global Team Behind Your Success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0"/>
            <a:ext cx="1737360" cy="1188720"/>
          </a:xfrm>
          <a:prstGeom prst="roundRect">
            <a:avLst>
              <a:gd name="adj" fmla="val 11538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11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Experience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3474720"/>
            <a:ext cx="1737360" cy="1188720"/>
          </a:xfrm>
          <a:prstGeom prst="roundRect">
            <a:avLst>
              <a:gd name="adj" fmla="val 11538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3611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82+ Projects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0" y="3977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Delivered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3474720"/>
            <a:ext cx="1737360" cy="1188720"/>
          </a:xfrm>
          <a:prstGeom prst="roundRect">
            <a:avLst>
              <a:gd name="adj" fmla="val 11538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3611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Countries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97680" y="3977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Clients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474720"/>
            <a:ext cx="1737360" cy="1188720"/>
          </a:xfrm>
          <a:prstGeom prst="roundRect">
            <a:avLst>
              <a:gd name="adj" fmla="val 11538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611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112+ Devices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3977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Testing Lab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349240"/>
            <a:ext cx="2697480" cy="320040"/>
          </a:xfrm>
          <a:prstGeom prst="roundRect">
            <a:avLst>
              <a:gd name="adj" fmla="val 28571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3492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 (iOS, Android, Flutter)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5349240"/>
            <a:ext cx="2697480" cy="320040"/>
          </a:xfrm>
          <a:prstGeom prst="roundRect">
            <a:avLst>
              <a:gd name="adj" fmla="val 28571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53492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 (React, .NET, Node.js)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5349240"/>
            <a:ext cx="2697480" cy="320040"/>
          </a:xfrm>
          <a:prstGeom prst="roundRect">
            <a:avLst>
              <a:gd name="adj" fmla="val 28571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53492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Embedded/IoT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806440"/>
            <a:ext cx="2697480" cy="320040"/>
          </a:xfrm>
          <a:prstGeom prst="roundRect">
            <a:avLst>
              <a:gd name="adj" fmla="val 28571"/>
            </a:avLst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58064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5806440"/>
            <a:ext cx="2697480" cy="320040"/>
          </a:xfrm>
          <a:prstGeom prst="roundRect">
            <a:avLst>
              <a:gd name="adj" fmla="val 28571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58064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5806440"/>
            <a:ext cx="2697480" cy="320040"/>
          </a:xfrm>
          <a:prstGeom prst="roundRect">
            <a:avLst>
              <a:gd name="adj" fmla="val 28571"/>
            </a:avLst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58064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DevOps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 &amp; Global Presence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Hubs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54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Nang, Vietnam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HQ — Core development team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860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Helsinki, Finland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Center — R&amp;D, AI/ML research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0175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246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 Office — Client success, support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7490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977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Presence — Regional partnerships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54880" y="15544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8F9FA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Development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10312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8F9FA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65176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8F9FA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Embedded/IoT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20040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8F9FA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5544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8F9FA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49440" y="210312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8F9FA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UX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0" y="265176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8F9FA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Testing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49440" y="320040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8F9FA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8660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Team Stands Out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7200" y="576072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5760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English-fluent across all roles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37560" y="576072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3337560" y="5760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sprint cadence with regular sync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576072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5760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support across timezones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Dedicated Project Team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e-commerce platform engagement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8F9FA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4069080" y="15087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06908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master, roadmap alignment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8F9FA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371600"/>
            <a:ext cx="73152" cy="10058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6760" y="150876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1874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stakeholder management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37160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8F9FA"/>
          </a:solidFill>
          <a:ln w="3810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37160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Shape 17"/>
          <p:cNvSpPr/>
          <p:nvPr/>
        </p:nvSpPr>
        <p:spPr>
          <a:xfrm>
            <a:off x="4069080" y="15087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406908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1874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responsive design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37160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8F9FA"/>
          </a:solidFill>
          <a:ln w="38100">
            <a:solidFill>
              <a:srgbClr val="0F71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371600"/>
            <a:ext cx="73152" cy="1005840"/>
          </a:xfrm>
          <a:prstGeom prst="rect">
            <a:avLst/>
          </a:prstGeom>
          <a:solidFill>
            <a:srgbClr val="0F7173"/>
          </a:solidFill>
          <a:ln/>
        </p:spPr>
      </p:sp>
      <p:sp>
        <p:nvSpPr>
          <p:cNvPr id="25" name="Shape 23"/>
          <p:cNvSpPr/>
          <p:nvPr/>
        </p:nvSpPr>
        <p:spPr>
          <a:xfrm>
            <a:off x="8366760" y="1508760"/>
            <a:ext cx="320040" cy="320040"/>
          </a:xfrm>
          <a:prstGeom prst="ellipse">
            <a:avLst/>
          </a:prstGeom>
          <a:solidFill>
            <a:srgbClr val="0F7173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83480" y="1874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or Node.js APIs, databases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137160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8F9FA"/>
          </a:solidFill>
          <a:ln w="38100">
            <a:solidFill>
              <a:srgbClr val="14C0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1371600"/>
            <a:ext cx="73152" cy="1005840"/>
          </a:xfrm>
          <a:prstGeom prst="rect">
            <a:avLst/>
          </a:prstGeom>
          <a:solidFill>
            <a:srgbClr val="14C0AC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9080" y="1508760"/>
            <a:ext cx="320040" cy="320040"/>
          </a:xfrm>
          <a:prstGeom prst="ellipse">
            <a:avLst/>
          </a:prstGeom>
          <a:solidFill>
            <a:srgbClr val="14C0AC"/>
          </a:solidFill>
          <a:ln/>
        </p:spPr>
      </p:sp>
      <p:sp>
        <p:nvSpPr>
          <p:cNvPr id="32" name="Text 30"/>
          <p:cNvSpPr/>
          <p:nvPr/>
        </p:nvSpPr>
        <p:spPr>
          <a:xfrm>
            <a:off x="406908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Developer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" y="1874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iOS/Android or Flutter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137160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8F9FA"/>
          </a:solidFill>
          <a:ln w="38100">
            <a:solidFill>
              <a:srgbClr val="38A3A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1371600"/>
            <a:ext cx="73152" cy="1005840"/>
          </a:xfrm>
          <a:prstGeom prst="rect">
            <a:avLst/>
          </a:prstGeom>
          <a:solidFill>
            <a:srgbClr val="38A3A5"/>
          </a:solidFill>
          <a:ln/>
        </p:spPr>
      </p:sp>
      <p:sp>
        <p:nvSpPr>
          <p:cNvPr id="37" name="Shape 35"/>
          <p:cNvSpPr/>
          <p:nvPr/>
        </p:nvSpPr>
        <p:spPr>
          <a:xfrm>
            <a:off x="8366760" y="1508760"/>
            <a:ext cx="320040" cy="320040"/>
          </a:xfrm>
          <a:prstGeom prst="ellipse">
            <a:avLst/>
          </a:prstGeom>
          <a:solidFill>
            <a:srgbClr val="38A3A5"/>
          </a:solidFill>
          <a:ln/>
        </p:spPr>
      </p:sp>
      <p:sp>
        <p:nvSpPr>
          <p:cNvPr id="38" name="Text 36"/>
          <p:cNvSpPr/>
          <p:nvPr/>
        </p:nvSpPr>
        <p:spPr>
          <a:xfrm>
            <a:off x="836676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98348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983480" y="1874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automated testing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 Benefits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57200" y="5852160"/>
            <a:ext cx="2057400" cy="64008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59436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Syncs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4360" y="61722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communication with team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651760" y="5852160"/>
            <a:ext cx="2057400" cy="64008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46" name="Text 44"/>
          <p:cNvSpPr/>
          <p:nvPr/>
        </p:nvSpPr>
        <p:spPr>
          <a:xfrm>
            <a:off x="2788920" y="59436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Demos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788920" y="61722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progress reviews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5852160"/>
            <a:ext cx="2057400" cy="64008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49" name="Text 47"/>
          <p:cNvSpPr/>
          <p:nvPr/>
        </p:nvSpPr>
        <p:spPr>
          <a:xfrm>
            <a:off x="4983480" y="59436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Support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83480" y="61722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 coverage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040880" y="5852160"/>
            <a:ext cx="2057400" cy="64008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52" name="Text 50"/>
          <p:cNvSpPr/>
          <p:nvPr/>
        </p:nvSpPr>
        <p:spPr>
          <a:xfrm>
            <a:off x="7178040" y="59436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Scaling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178040" y="61722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resources as needed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2026-04-07T12:33:22Z</dcterms:created>
  <dcterms:modified xsi:type="dcterms:W3CDTF">2026-04-07T12:33:22Z</dcterms:modified>
</cp:coreProperties>
</file>