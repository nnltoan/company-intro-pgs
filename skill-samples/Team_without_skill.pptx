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DanaExperts: Global Team Structure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| 82+ Projects | 30+ Countries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2560320"/>
          </a:xfrm>
          <a:prstGeom prst="rect">
            <a:avLst/>
          </a:prstGeom>
          <a:solidFill>
            <a:srgbClr val="F0F9F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Nang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1828800" cy="2560320"/>
          </a:xfrm>
          <a:prstGeom prst="rect">
            <a:avLst/>
          </a:prstGeom>
          <a:solidFill>
            <a:srgbClr val="F0F9F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828800"/>
            <a:ext cx="109728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Hub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1828800" cy="2560320"/>
          </a:xfrm>
          <a:prstGeom prst="rect">
            <a:avLst/>
          </a:prstGeom>
          <a:solidFill>
            <a:srgbClr val="F0F9F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28800"/>
            <a:ext cx="109728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25603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828800"/>
            <a:ext cx="1828800" cy="2560320"/>
          </a:xfrm>
          <a:prstGeom prst="rect">
            <a:avLst/>
          </a:prstGeom>
          <a:solidFill>
            <a:srgbClr val="F0F9F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828800"/>
            <a:ext cx="109728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25603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Operations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Multi-Timezone Support | English-Fluent Teams | 2-Week Agile Sprints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566160"/>
          </a:xfrm>
          <a:prstGeom prst="rect">
            <a:avLst/>
          </a:prstGeom>
          <a:solidFill>
            <a:srgbClr val="F0F9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Embedded/IoT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3566160"/>
          </a:xfrm>
          <a:prstGeom prst="rect">
            <a:avLst/>
          </a:prstGeom>
          <a:solidFill>
            <a:srgbClr val="F0F9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25603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2560320" cy="3566160"/>
          </a:xfrm>
          <a:prstGeom prst="rect">
            <a:avLst/>
          </a:prstGeom>
          <a:solidFill>
            <a:srgbClr val="F0F9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188720"/>
            <a:ext cx="25603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Ops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(112+ devices)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BA/PM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expertise across full-stack development, emerging technologies, and enterprise-grade quality assurance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Staff Your Project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Planning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 Team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Support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914400"/>
          </a:xfrm>
          <a:prstGeom prst="rect">
            <a:avLst/>
          </a:prstGeom>
          <a:solidFill>
            <a:srgbClr val="F0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1325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resources for your success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3931920" cy="914400"/>
          </a:xfrm>
          <a:prstGeom prst="rect">
            <a:avLst/>
          </a:prstGeom>
          <a:solidFill>
            <a:srgbClr val="F0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2423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2356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sprints, transparent progress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3931920" cy="914400"/>
          </a:xfrm>
          <a:prstGeom prst="rect">
            <a:avLst/>
          </a:prstGeom>
          <a:solidFill>
            <a:srgbClr val="F0F9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520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235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 across timezones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together? Let's discuss your project needs.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DanaExperts Team Introduction</dc:title>
  <dc:subject>PptxGenJS Presentation</dc:subject>
  <dc:creator>DanaExperts</dc:creator>
  <cp:lastModifiedBy>DanaExperts</cp:lastModifiedBy>
  <cp:revision>1</cp:revision>
  <dcterms:created xsi:type="dcterms:W3CDTF">2026-04-07T12:33:03Z</dcterms:created>
  <dcterms:modified xsi:type="dcterms:W3CDTF">2026-04-07T12:33:03Z</dcterms:modified>
</cp:coreProperties>
</file>