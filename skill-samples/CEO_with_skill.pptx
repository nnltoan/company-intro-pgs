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DanaExperts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Vision, Our Motivations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Telemedicine App is Complex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partner with healthcare expertise, cross-platform mastery, and proven reliability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3716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security, scale, regulatory compliance, and 24/7 support are non-negotiable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3200400"/>
            <a:ext cx="39319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3383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partners must combine quality, speed, and genuine partnership—not just low cost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DanaExperts: 10+ Years of Global Software Excellence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 Da Nang, Vietnam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English-fluent team of 80+ engineers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Specializing in mobile, web, IoT, AR/VR, and AI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Helsinki (Europe)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 (North America)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Japan (Asia-Pacific)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737360"/>
            <a:ext cx="393192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7830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Countries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754880" y="2834640"/>
            <a:ext cx="3931920" cy="82296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Satisfaction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754880" y="3931920"/>
            <a:ext cx="393192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9776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On-Time Delivery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Core Expertise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Flutter, React Native, Swift, Kotlin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E-commerce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33756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.NET, Node.js, React, Shopify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0" y="1417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Embedded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076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AWS Greengrass, Yocto, TPM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ML Kit + Computer Vision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0175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3611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&amp; Cloud AI, NLP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01752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Focus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3611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HIPAA-aware, security-first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capability. One trusted partner.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14630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21,800+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4630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Tested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on-time delivery | Serving 30+ countries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Mobile Excellence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Project Examples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Video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+ web dashboard for remote consultations. End-to-end encrypted, HIPAA-compliant, supports 1000+ concurrent users.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Records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EHR with role-based access, audit logging, and secure data export. Scaled to 50K+ patients, zero data loss.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Suite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biometric data from smartwatches. ML-powered anomaly detection, instant alerts to clinicians.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&amp; Scheduling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931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booking system with automated reminders, calendar sync, no-show prediction, and provider optimization.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Proven Delivery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Discovery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+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+ technical spec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sprints, daily standup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4944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1691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security audit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Launch &amp; Support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monitoring &amp; enhancement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Commitments: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team assigned to you  |  24/7 English support &amp; monitoring  |  Transparent communication (daily updates)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engagement model  |  Zero security shortcuts  |  Agile sprints with client feedback loops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DanaExperts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Capability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web, backend, IoT, AI — everything under one roof. No hand-offs.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0" y="1280160"/>
            <a:ext cx="39319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4630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Security DNA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HIPAA-aware architecture, encryption, audit logging, compliance-first thinking.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39319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490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Without Sacrifice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on-time delivery. 2-week sprints. No scope creep without consent.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566160"/>
            <a:ext cx="39319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37490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Hardware + Software Expertise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Wearables, IoT, AR — we do full-stack integration others can't.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Innovators Globally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Base &amp;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US-Based Startups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Clients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5603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21945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Launches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Partner for Your Telemedicine Success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that changes healthcare.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30-minute discovery call to explore how DanaExperts can accelerate your telemedicine roadmap.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3017520"/>
            <a:ext cx="2743200" cy="1645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contact@danaexperts.com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3017520"/>
            <a:ext cx="2743200" cy="1645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www.danaexperts.com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Vision, Our Motivations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2026-04-07T12:35:12Z</dcterms:created>
  <dcterms:modified xsi:type="dcterms:W3CDTF">2026-04-07T12:35:12Z</dcterms:modified>
</cp:coreProperties>
</file>