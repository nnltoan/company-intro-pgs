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87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DanaExperts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Trusted Telemedicine Development Partner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Healthcare Innovation Globally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Vision, Our Motivations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DanaExperts?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20116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20116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26517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20116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26517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1371600"/>
            <a:ext cx="20116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26517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Presence, Local Expertise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1828800" cy="201168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Nang, Vietnam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645920"/>
            <a:ext cx="1828800" cy="201168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Helsinki, Finland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Hub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645920"/>
            <a:ext cx="1828800" cy="201168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645920"/>
            <a:ext cx="1828800" cy="201168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Operations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30+ Countries Worldwide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Development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274320" cy="3200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- Cross-platform excellence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- Enterprise-grade apps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74320" cy="3200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- Native iOS development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274320" cy="3200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- Native Android development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apps require seamless cross-platform performance, offline functionality, and HIPAA compliance—we deliver all three.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Technology Excellence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Flutter, React Native, Swift, Kotlin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.NET, Node.js, React, Shopify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Embedded/IoT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Yocto, ESP32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AR/VR, AI/ML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Track Record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Camera Translator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AR translation with 30 FPS performance—demonstrates expertise in mobile performance optimization and real-time processing.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1Key Password Manager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 and encryption—critical experience for handling sensitive health data and HIPAA compliance.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FamilyGuard GPS Tracker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tracking and real-time notifications—relevant to remote patient monitoring features.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347472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611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Green Energy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40233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and cloud integration—applicable to health device connectivity and data synchronization.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Platform: What We Deliver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320040" cy="320040"/>
          </a:xfrm>
          <a:prstGeom prst="ellipse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video/audio consultation with end-to-end encryption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architecture and data storage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20040" cy="320040"/>
          </a:xfrm>
          <a:prstGeom prst="ellipse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monitoring dashboards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320040" cy="320040"/>
          </a:xfrm>
          <a:prstGeom prst="ellipse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 and e-prescription integration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symptom screening and triage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320040" cy="320040"/>
          </a:xfrm>
          <a:prstGeom prst="ellipse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160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support (iOS, Android, Web)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87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Partner With DanaExperts?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" cy="2286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methodology with transparent communication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28600" cy="2286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team focused on your success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28600" cy="2286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774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development in emerging markets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28600" cy="2286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803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expertise in healthcare and compliance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28600" cy="2286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383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partnership mindset, not transaction-based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Process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201168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645920"/>
            <a:ext cx="201168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MVP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and validation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645920"/>
            <a:ext cx="201168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build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1645920"/>
            <a:ext cx="201168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Launch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7-8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and go-live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timeline adjusted based on your market needs and resources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Healthcare Together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2926080"/>
            <a:ext cx="5486400" cy="16459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contact@danaexperts.com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www.danaexperts.com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4297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Vision, Our Motivations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DanaExperts - CEO Pitch Deck</dc:title>
  <dc:subject>PptxGenJS Presentation</dc:subject>
  <dc:creator>DanaExperts</dc:creator>
  <cp:lastModifiedBy>DanaExperts</cp:lastModifiedBy>
  <cp:revision>1</cp:revision>
  <dcterms:created xsi:type="dcterms:W3CDTF">2026-04-07T12:33:34Z</dcterms:created>
  <dcterms:modified xsi:type="dcterms:W3CDTF">2026-04-07T12:33:34Z</dcterms:modified>
</cp:coreProperties>
</file>