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Camera Translator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in Real-Time AR Translation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Mobile AR for Gaming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Stability Challenge in AR Overlays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AR Innovation Showcase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Challenge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1463040"/>
          </a:xfrm>
          <a:prstGeom prst="rect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Jumping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translation overlays were unstable and jittery, creating poor UX and motion sickness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AR experiences reduce engagement and limit mobile gaming applications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Stability Issues: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Frame-to-frame text position drift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between detection and display (&gt;100ms)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sensor noise amplifying jitter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 bounding box inconsistency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Problem Definition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Stability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ML Kit + Gyroscope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1828800"/>
          </a:xfrm>
          <a:prstGeom prst="rect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Stabilization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IoU Algorithm with Temporal Filtering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18288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Translation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On-Device ML Kit + Cloud Gemini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7315200" cy="10972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Stable 30 FPS AR Overlay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drift, &lt;30ms latency, smooth motion with gyroscope stabilization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Solution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IoU Algorithm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 over Union for Temporal Stability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consecutive frame bounding boxes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overlap ratio (IoU score)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outliers and noisy detections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Kalman filtering for smoothing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Interpolates stable position across frames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text position lock at 30 FPS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Reduction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IoU Threshold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Latency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 Smoothing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023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±2px max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Runtime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3.2ms/frame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Improvement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Algorithm Innovation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Translation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ML Kit + Cloud Gemini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840480" cy="20116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(ML Kit)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text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network 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gaming UI 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840480" cy="20116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(Google Gemini)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3774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High-accuracy translation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743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localization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108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language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474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Routing: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UI text (single word) → ML Kit (instant)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text (sentences, context-dependent) → Gemini (accurate)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5257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translations → Local storage (0ms)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unavailable → ML Kit fallback (graceful degradation)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Translation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AR Integration Use Cases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1031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NPC Dialogue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dialogue bubbles over NPCs with stable positioning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21031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&amp; Item Labels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translations on in-game items and quest markers without drift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21031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global audiences with instant translation per user preference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7772400" cy="12801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AR overlays enable immersive experiences that competing games cannot match. Players stay engaged without motion sickness. Cross-language gameplay creates new market opportunities.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Gaming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Technical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8016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app development with 60+ FPS rendering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606040" cy="128016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17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Detection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Kit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text recognition and bounding box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606040" cy="128016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17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NLP for context-aware translation and localization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606040" cy="12801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26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rotation tracking for orientation-aware stabilization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06040" cy="12801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926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IoU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filtering and Kalman smoothing algorithm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788920"/>
            <a:ext cx="2606040" cy="12801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926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Stable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AR rendering with &lt;30ms latency throughout 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88720" y="47091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OCR with &lt;50ms processing 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5074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100+ languages via Gemini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5440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fallback mode for degraded connectivity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58064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API calls for cost optimization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Technology Stack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 &amp; Benchmarks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vs. After Implementation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15-20px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120-150ms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 FPS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Drift/30s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566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554480"/>
            <a:ext cx="3840480" cy="237744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&lt;0.5px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18-28ms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 stable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Drift/30s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&lt;2px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Highlights: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 reduction in text jitter and drift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latency improvement across entire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 increased from 32% to 94%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8720" y="5715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30 FPS rendering on mid-range devices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Results &amp; Metrics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Roadmap for Gaming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Strategy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01168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Flutter SDK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ML Kit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Gemini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testing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554480"/>
            <a:ext cx="2651760" cy="201168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Stabilization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IoU algorithm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gyro filtering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tuning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testing with players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554480"/>
            <a:ext cx="2651760" cy="2011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Launch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testing (1000+ users)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support expansion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refinement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Considerations: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existing game engines (Unity, Unreal)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compatibility testing across mid-range to flagship phones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983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cost optimization and caching strategies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consent and privacy compliance for camera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Integration Strategy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12618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Overlay Stability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99.2% drift reduction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&lt;85%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30 FPS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057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 FPS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&lt;30ms end-to-end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120-150ms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Accuracy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(Gemini)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Support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Mid-range+ phones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only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Differentiator: Proprietary IoU Algorithm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proprietary stabilization algorithm delivers the only truly stable AR text overlay solution in the market. This enables immersive gaming experiences that competitors cannot match.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Market Differentiation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40080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Us for AR Gaming Innovation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7772400" cy="256032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3317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technical deep-dive with our engineering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 customized integration plan for your game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our SDK and documentation for immediate prototyping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37033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early access program with exclusive partnership benefits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160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in just 4 weeks with our proven implementation process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Create Next-Generation AR Gaming Experiences Together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ar-translator@tech.dev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897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www.artech.dev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2026-04-07T12:35:02Z</dcterms:created>
  <dcterms:modified xsi:type="dcterms:W3CDTF">2026-04-07T12:35:02Z</dcterms:modified>
</cp:coreProperties>
</file>