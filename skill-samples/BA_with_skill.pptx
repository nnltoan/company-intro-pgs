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Camera Translator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Case Study in Real-Time Mobile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828800" cy="73152"/>
          </a:xfrm>
          <a:prstGeom prst="rect">
            <a:avLst/>
          </a:prstGeom>
          <a:solidFill>
            <a:srgbClr val="FFB70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01. The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Background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USA-based consumer app startup focused on travel, language learning, and accessibility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2743200"/>
            <a:ext cx="3931920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&amp; Language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3840480"/>
            <a:ext cx="3931920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AR translation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4937760"/>
            <a:ext cx="3931920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5029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5303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Smooth, usable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02. 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Solved a Problem Major Competitors Couldn't Crack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Jumping &amp; Flickering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Camera detects text, translates it, overlays it. But slight shifts in detection cause the overlay to jump, creating a disorienting, unusable experience.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at 30 FPS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Real-time AR requires smooth 30+ FPS rendering. Adding detection, translation, and stabilization creates a heavy computational load on mobile devices.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vs. Latency Tradeoff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Cloud-based translation is accurate but slow (300-800ms). On-device translation is fast but less accurate. Neither solution worked alone.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03. Our Approach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Architecture: Speed + Accuracy + Stability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60320" cy="32004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194560"/>
            <a:ext cx="548640" cy="548640"/>
          </a:xfrm>
          <a:prstGeom prst="ellipse">
            <a:avLst/>
          </a:prstGeom>
          <a:solidFill>
            <a:srgbClr val="0F1419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Kit (on-device)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Quick text detection from camera frame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560320" cy="32004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94560"/>
            <a:ext cx="548640" cy="548640"/>
          </a:xfrm>
          <a:prstGeom prst="ellipse">
            <a:avLst/>
          </a:prstGeom>
          <a:solidFill>
            <a:srgbClr val="0F1419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Translation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931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On-device for speed, cloud for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560320" cy="32004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0" y="2194560"/>
            <a:ext cx="548640" cy="548640"/>
          </a:xfrm>
          <a:prstGeom prst="ellipse">
            <a:avLst/>
          </a:prstGeom>
          <a:solidFill>
            <a:srgbClr val="0F1419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 Overlay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Proprietary IoU algorithm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931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Eliminates text jumping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04. The Innovation: IoU Algorithm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 over Union for Position Stabilization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82880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Each frame's text detection shifts slightly. Traditional approaches redraw at new position = jumping effect.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828800"/>
          </a:xfrm>
          <a:prstGeom prst="rect">
            <a:avLst/>
          </a:prstGeom>
          <a:solidFill>
            <a:srgbClr val="E5F5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IoU algorithm predicts if new detection is the same text box. If IoU &gt; threshold, interpolate smoothly instead of jumping.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Translation Strategy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2560320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(ML Kit)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~100ms latency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Good enough for scrolling 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4297680"/>
            <a:ext cx="2560320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(Gemini API)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 important 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4297680"/>
            <a:ext cx="2560320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 Sensor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 prediction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5166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Smoother tracking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05. 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 Industry-Leading Frameworks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09728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Cross-platform mobile framework (iOS/Android)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09728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Kit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377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Google's on-device ML library for text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09728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31089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Cloud translation for high-accuracy results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09728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8404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Motion sensor integration for smooth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Stack?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Flutter: One codebase, fast time-to-market, excellent performance on low-end devices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ML Kit + Gemini: Combines speed (on-device) with accuracy (cloud) — best of both worlds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Gyroscope: Standard sensor on all modern phones; minimal battery drain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06. Results: The Wow Factor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64592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FPS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 Performance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417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33ms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Translation Latency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417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Detection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First app to solve the "text jumping" problem — competitors still struggling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Used successfully in 40+ countries for travel, education, and accessibility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Smooth enough for video translation — previously impossible on mobile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Battery-efficient hybrid approach extends session length by 2+ hours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07. Before vs. After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4754880"/>
          </a:xfrm>
          <a:prstGeom prst="rect">
            <a:avLst/>
          </a:prstGeom>
          <a:solidFill>
            <a:srgbClr val="FFE5E5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</a:rPr>
              <a:t>✗ Text jumped frame-to-frame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</a:rPr>
              <a:t>✗ 15 FPS = jittery motion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</a:rPr>
              <a:t>✗ 800ms latency = lag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</a:rPr>
              <a:t>✗ Cloud-only = battery drain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0000"/>
                </a:solidFill>
              </a:rPr>
              <a:t>✗ Unusable for fast 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4754880"/>
          </a:xfrm>
          <a:prstGeom prst="rect">
            <a:avLst/>
          </a:prstGeom>
          <a:solidFill>
            <a:srgbClr val="E8F8F5"/>
          </a:solidFill>
          <a:ln w="25400">
            <a:solidFill>
              <a:srgbClr val="06A7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A7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A77D"/>
                </a:solidFill>
              </a:rPr>
              <a:t>✓ Smooth position interpolation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A77D"/>
                </a:solidFill>
              </a:rPr>
              <a:t>✓ 30 FPS stable playback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A77D"/>
                </a:solidFill>
              </a:rPr>
              <a:t>✓ 33ms hybrid latency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749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A77D"/>
                </a:solidFill>
              </a:rPr>
              <a:t>✓ On-device + cloud hybrid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4434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A77D"/>
                </a:solidFill>
              </a:rPr>
              <a:t>✓ Usable for all text speeds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08. Application to Gaming 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 + Stabilization = Game-Changing for International Gaming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37160" cy="8229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In-Game Text Detection &amp; Translation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Real-time translation of game UI, story text, and player chat without breaking immersion. Solve language barriers in multiplayer sessions.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37160" cy="8229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Overlay Stability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Smooth AR overlays for player names, health bars, and UI elements stay locked to screen targets without flickering.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37160" cy="8229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40480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Hybrid on-device/cloud approach keeps frame rates high while maintaining accuracy. Critical for fast-paced AR games.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137160" cy="8229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46320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 Efficiency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Optimized for extended gameplay. On-device ML reduces server dependency and latency spikes during peak gaming moments.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09. Why DanaExperts?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20040" cy="3200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Problem-Solving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7726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We've tackled real-time AR challenges others couldn't. Stable 30 FPS translation is our proof.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Capability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7726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From mobile client (Flutter) to cloud services (Gemini API) to hardware sensors — we own the entire stack.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74904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114800"/>
            <a:ext cx="7726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Years of experience optimizing for low-end devices, battery life, and offline capability.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320040" cy="3200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98348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Japanese Market Understanding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349240"/>
            <a:ext cx="7726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We've built for global audiences. Scaling to Japanese gaming market? We know the performance and localization needs.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of Gaming AR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translation pipelines to multi-player synchronization, we solve the hard technical problems so your game stands out.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4572000"/>
            <a:ext cx="2743200" cy="5486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Discuss Your Vision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2026-04-07T12:34:52Z</dcterms:created>
  <dcterms:modified xsi:type="dcterms:W3CDTF">2026-04-07T12:34:52Z</dcterms:modified>
</cp:coreProperties>
</file>